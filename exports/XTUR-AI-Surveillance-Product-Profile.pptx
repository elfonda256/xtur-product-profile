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02920"/>
            <a:ext cx="3474720" cy="320040"/>
          </a:xfrm>
          <a:prstGeom prst="rect">
            <a:avLst/>
          </a:prstGeom>
          <a:solidFill>
            <a:srgbClr val="132247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3035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XTUR  |  AI SECURITY MONITORING SYSTEM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31520" y="9601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Smarter Surveillance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14173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Safer Tomorrow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XTUR adalah software CCTV berbasis Artificial Intelligence yang menggunakan teknologi Object Detection untuk mendeteksi objek, menganalisis kejadian, dan memberikan notifikasi secara real-time. Solusi keamanan cerdas untuk berbagai kebutuhan industri, perusahaan, dan instansi.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971800"/>
            <a:ext cx="2468880" cy="475488"/>
          </a:xfrm>
          <a:prstGeom prst="roundRect">
            <a:avLst>
              <a:gd name="adj" fmla="val 19231"/>
            </a:avLst>
          </a:prstGeom>
          <a:solidFill>
            <a:srgbClr val="132247"/>
          </a:solidFill>
          <a:ln w="9525">
            <a:solidFill>
              <a:srgbClr val="1E3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30632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Real-time Detection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7560" y="2971800"/>
            <a:ext cx="2468880" cy="475488"/>
          </a:xfrm>
          <a:prstGeom prst="roundRect">
            <a:avLst>
              <a:gd name="adj" fmla="val 19231"/>
            </a:avLst>
          </a:prstGeom>
          <a:solidFill>
            <a:srgbClr val="132247"/>
          </a:solidFill>
          <a:ln w="9525">
            <a:solidFill>
              <a:srgbClr val="1E3A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0" y="30632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AI Powered Analytics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0" y="2971800"/>
            <a:ext cx="2468880" cy="475488"/>
          </a:xfrm>
          <a:prstGeom prst="roundRect">
            <a:avLst>
              <a:gd name="adj" fmla="val 19231"/>
            </a:avLst>
          </a:prstGeom>
          <a:solidFill>
            <a:srgbClr val="132247"/>
          </a:solidFill>
          <a:ln w="9525">
            <a:solidFill>
              <a:srgbClr val="1E3A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80760" y="30632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Multi Camera Support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31520" y="3566160"/>
            <a:ext cx="2468880" cy="475488"/>
          </a:xfrm>
          <a:prstGeom prst="roundRect">
            <a:avLst>
              <a:gd name="adj" fmla="val 19231"/>
            </a:avLst>
          </a:prstGeom>
          <a:solidFill>
            <a:srgbClr val="132247"/>
          </a:solidFill>
          <a:ln w="9525">
            <a:solidFill>
              <a:srgbClr val="1E3A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6576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Instant Alert &amp; Notif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37560" y="3566160"/>
            <a:ext cx="2468880" cy="475488"/>
          </a:xfrm>
          <a:prstGeom prst="roundRect">
            <a:avLst>
              <a:gd name="adj" fmla="val 19231"/>
            </a:avLst>
          </a:prstGeom>
          <a:solidFill>
            <a:srgbClr val="132247"/>
          </a:solidFill>
          <a:ln w="9525">
            <a:solidFill>
              <a:srgbClr val="1E3A8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0" y="36576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Easy to Use Dashboard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43600" y="3566160"/>
            <a:ext cx="2468880" cy="475488"/>
          </a:xfrm>
          <a:prstGeom prst="roundRect">
            <a:avLst>
              <a:gd name="adj" fmla="val 19231"/>
            </a:avLst>
          </a:prstGeom>
          <a:solidFill>
            <a:srgbClr val="132247"/>
          </a:solidFill>
          <a:ln w="9525">
            <a:solidFill>
              <a:srgbClr val="1E3A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80760" y="36576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Scalable Solution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31520" y="443484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Diterbitkan Resmi Oleh: Maudy Network Komunikasi — Edisi Profil Produk 2026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560320" cy="256032"/>
          </a:xfrm>
          <a:prstGeom prst="rect">
            <a:avLst/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3832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LEMBAR IKHTISAR RESMI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47731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XTUR VISION AI PLATFORM — SMARTER SURVEILLANCE FOR A SAFER TOMORROW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486400" y="4773168"/>
            <a:ext cx="29260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MAUDY NETWORK KOMUNIKASI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31520" y="6583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IKHTISAR RESMI: XTUR AI MONITORING SYSTEM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05156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Smarter Surveillance for a Safer Tomorrow — Arsitektur Visual &amp; Spesifikasi Terpadu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13232" y="1399032"/>
            <a:ext cx="4974336" cy="31455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17320"/>
            <a:ext cx="4937760" cy="310896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852160" y="1399032"/>
            <a:ext cx="25603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89320" y="148132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NILAI STRATEGIS SISTEM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852160" y="1783080"/>
            <a:ext cx="2560320" cy="27614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1920240"/>
            <a:ext cx="22860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Object Detection Terpadu:</a:t>
            </a:r>
            <a:endParaRPr lang="en-US" sz="88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Mendeteksi orang, kendaraan, APD, kebakaran, penyusup, &amp; kerumunan.</a:t>
            </a:r>
            <a:endParaRPr lang="en-US" sz="880" dirty="0"/>
          </a:p>
          <a:p>
            <a:pPr indent="0" marL="0">
              <a:lnSpc>
                <a:spcPts val="1300"/>
              </a:lnSpc>
              <a:buNone/>
            </a:pPr>
            <a:endParaRPr lang="en-US" sz="88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Kompatibilitas CCTV Total:</a:t>
            </a:r>
            <a:endParaRPr lang="en-US" sz="88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Bekerja pada kamera RTSP/ONVIF eksisting tanpa beli kamera baru.</a:t>
            </a:r>
            <a:endParaRPr lang="en-US" sz="880" dirty="0"/>
          </a:p>
          <a:p>
            <a:pPr indent="0" marL="0">
              <a:lnSpc>
                <a:spcPts val="1300"/>
              </a:lnSpc>
              <a:buNone/>
            </a:pPr>
            <a:endParaRPr lang="en-US" sz="88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Privasi Kepatuhan UU PDP:</a:t>
            </a:r>
            <a:endParaRPr lang="en-US" sz="88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Otomatis memburamkan wajah subjek sipil secara beretika.</a:t>
            </a:r>
            <a:endParaRPr lang="en-US" sz="880" dirty="0"/>
          </a:p>
          <a:p>
            <a:pPr indent="0" marL="0">
              <a:lnSpc>
                <a:spcPts val="1300"/>
              </a:lnSpc>
              <a:buNone/>
            </a:pPr>
            <a:endParaRPr lang="en-US" sz="88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Respon Kilat Real-Time:</a:t>
            </a:r>
            <a:endParaRPr lang="en-US" sz="88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Latensi pemrosesan 4.2 ms langsung memicu alarm di pos jaga.</a:t>
            </a:r>
            <a:endParaRPr lang="en-US" sz="8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560320" cy="256032"/>
          </a:xfrm>
          <a:prstGeom prst="rect">
            <a:avLst/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3832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01: PENDEKATAN SOLUSI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47731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XTUR VISION AI PLATFORM — SMARTER SURVEILLANCE FOR A SAFER TOMORROW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486400" y="4773168"/>
            <a:ext cx="29260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MAUDY NETWORK KOMUNIKASI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31520" y="6858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MENGAPA CCTV BIASA TAK LAGI CUKUP?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31520" y="11430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Meringankan beban kelelahan petugas pengawas dengan asisten cerdas 24 jam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1508760"/>
            <a:ext cx="3749040" cy="2971800"/>
          </a:xfrm>
          <a:prstGeom prst="rect">
            <a:avLst/>
          </a:prstGeom>
          <a:solidFill>
            <a:srgbClr val="FEF2F2"/>
          </a:solidFill>
          <a:ln w="9525">
            <a:solidFill>
              <a:srgbClr val="FECAC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Kelemahan CCTV Biasa (Legacy):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196596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Kelelahan Fisik Operator: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Setelah 20 menit menatap layar monitor, fokus mata merosot hingga 45%. Kejadian kritis rawan terlewat.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Selalu Terlambat Menolong (Reaktif):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Hanya merekam setelah musibah terjadi (post-mortem), tidak mampu mencegah tindak kejahatan.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Pencarian Bukti Melelahkan: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Memutar rekaman video biner berjam-jam untuk mencari satu peristiwa kecil.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1508760"/>
            <a:ext cx="3749040" cy="2971800"/>
          </a:xfrm>
          <a:prstGeom prst="rect">
            <a:avLst/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Solusi Cerdas XTUR AI Platform: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0" y="196596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Asisten Setia 24 Jam Non-Stop: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Menganalisis objek dalam 4.2 ms dan membunyikan alarm pada detik penerobosan perimeter.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Menghormati Hak Privasi (Privacy Face Blur):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Secara otomatis mengaburkan wajah manusia demi kepatuhan terhadap UU Perlindungan Data Pribadi (UU PDP).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Temukan Bukti dalam 1 Detik: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Pencarian instan berdasarkan nomor plat, jenis kendaraan, waktu, dan nama kamera.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560320" cy="256032"/>
          </a:xfrm>
          <a:prstGeom prst="rect">
            <a:avLst/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3832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02: PONDASI TEKNOLOGI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47731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XTUR VISION AI PLATFORM — SMARTER SURVEILLANCE FOR A SAFER TOMORROW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486400" y="4773168"/>
            <a:ext cx="29260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MAUDY NETWORK KOMUNIKASI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31520" y="6858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ARSITEKTUR TEKNOLOGI COMPUTER VISION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31520" y="11430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Kombinasi model deep learning mutakhir dengan efisiensi pemrosesan hardware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37490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69164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Detection (640x640)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196596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Inferensi neural network secepat 4.2 ms / frame dengan akselerasi NVIDIA CUDA TensorRT. Deteksi akurat siang &amp; malam.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63440" y="1554480"/>
            <a:ext cx="37490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169164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DeepSORT Tracking Engine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46320" y="196596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Mengunci Track ID unik (#1205) melintasi frame tanpa duplikasi penghitungan saat objek berpindah atau tertutup sejenak.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31520" y="2971800"/>
            <a:ext cx="37490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310896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EasyOCR &amp; DeepFace Pipeline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14400" y="338328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Membaca plat nomor kendaraan secara otomatis dan mengestimasi demografi usia pejalan kaki secara etis tanpa lemot.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663440" y="2971800"/>
            <a:ext cx="37490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0" y="310896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MediaMTX &amp; Redis Buffer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46320" y="338328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Menyaring video RTSP pada 5 FPS terukur dengan buffer Redis (22 MB) untuk jaminan sistem dingin dan bebas crash.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560320" cy="256032"/>
          </a:xfrm>
          <a:prstGeom prst="rect">
            <a:avLst/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3832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03: KEMAMPUAN DETEKSI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47731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XTUR VISION AI PLATFORM — SMARTER SURVEILLANCE FOR A SAFER TOMORROW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486400" y="4773168"/>
            <a:ext cx="29260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MAUDY NETWORK KOMUNIKASI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31520" y="6583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KEMAMPUAN DETEKSI OBJEK (OBJECT DETECTION)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05156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Mendeteksi berbagai objek dan kejadian penting dengan akurasi tinggi menggunakan teknologi AI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1508760"/>
            <a:ext cx="2468880" cy="1325880"/>
          </a:xfrm>
          <a:prstGeom prst="rect">
            <a:avLst/>
          </a:prstGeom>
          <a:solidFill>
            <a:srgbClr val="F0F9FF"/>
          </a:solidFill>
          <a:ln w="9525">
            <a:solidFill>
              <a:srgbClr val="0284C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645920"/>
            <a:ext cx="777240" cy="201168"/>
          </a:xfrm>
          <a:prstGeom prst="roundRect">
            <a:avLst>
              <a:gd name="adj" fmla="val 22727"/>
            </a:avLst>
          </a:prstGeom>
          <a:solidFill>
            <a:srgbClr val="0284C7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1664208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868680" y="192024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Detection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" y="219456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Deteksi orang dengan akurasi tinggi dan pelacakan Track ID.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3337560" y="1508760"/>
            <a:ext cx="2468880" cy="1325880"/>
          </a:xfrm>
          <a:prstGeom prst="rect">
            <a:avLst/>
          </a:prstGeom>
          <a:solidFill>
            <a:srgbClr val="EFF6FF"/>
          </a:solidFill>
          <a:ln w="9525">
            <a:solidFill>
              <a:srgbClr val="2563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74720" y="1645920"/>
            <a:ext cx="777240" cy="201168"/>
          </a:xfrm>
          <a:prstGeom prst="roundRect">
            <a:avLst>
              <a:gd name="adj" fmla="val 22727"/>
            </a:avLst>
          </a:prstGeom>
          <a:solidFill>
            <a:srgbClr val="2563EB"/>
          </a:solidFill>
          <a:ln/>
        </p:spPr>
      </p:sp>
      <p:sp>
        <p:nvSpPr>
          <p:cNvPr id="16" name="Text 14"/>
          <p:cNvSpPr/>
          <p:nvPr/>
        </p:nvSpPr>
        <p:spPr>
          <a:xfrm>
            <a:off x="3474720" y="1664208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474720" y="192024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Detection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74720" y="219456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Deteksi kendaraan (mobil, motor, truk, bus) untuk logistik.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5943600" y="1508760"/>
            <a:ext cx="2468880" cy="1325880"/>
          </a:xfrm>
          <a:prstGeom prst="rect">
            <a:avLst/>
          </a:prstGeom>
          <a:solidFill>
            <a:srgbClr val="FFFBEB"/>
          </a:solidFill>
          <a:ln w="9525">
            <a:solidFill>
              <a:srgbClr val="D9770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80760" y="1645920"/>
            <a:ext cx="777240" cy="201168"/>
          </a:xfrm>
          <a:prstGeom prst="roundRect">
            <a:avLst>
              <a:gd name="adj" fmla="val 22727"/>
            </a:avLst>
          </a:prstGeom>
          <a:solidFill>
            <a:srgbClr val="D97706"/>
          </a:solidFill>
          <a:ln/>
        </p:spPr>
      </p:sp>
      <p:sp>
        <p:nvSpPr>
          <p:cNvPr id="21" name="Text 19"/>
          <p:cNvSpPr/>
          <p:nvPr/>
        </p:nvSpPr>
        <p:spPr>
          <a:xfrm>
            <a:off x="6080760" y="1664208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080760" y="192024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PPE Detection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080760" y="219456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Deteksi penggunaan APD keselamatan kerja (helm, rompi, dll).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731520" y="3017520"/>
            <a:ext cx="2468880" cy="1325880"/>
          </a:xfrm>
          <a:prstGeom prst="rect">
            <a:avLst/>
          </a:prstGeom>
          <a:solidFill>
            <a:srgbClr val="FEF2F2"/>
          </a:solidFill>
          <a:ln w="9525">
            <a:solidFill>
              <a:srgbClr val="DC262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68680" y="3154680"/>
            <a:ext cx="777240" cy="201168"/>
          </a:xfrm>
          <a:prstGeom prst="roundRect">
            <a:avLst>
              <a:gd name="adj" fmla="val 22727"/>
            </a:avLst>
          </a:prstGeom>
          <a:solidFill>
            <a:srgbClr val="DC2626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3172968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868680" y="342900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&amp; Smoke Detection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68680" y="370332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Deteksi asap dan api secara real-time untuk cegah kebakaran.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3337560" y="3017520"/>
            <a:ext cx="2468880" cy="1325880"/>
          </a:xfrm>
          <a:prstGeom prst="rect">
            <a:avLst/>
          </a:prstGeom>
          <a:solidFill>
            <a:srgbClr val="FFF1F2"/>
          </a:solidFill>
          <a:ln w="9525">
            <a:solidFill>
              <a:srgbClr val="E11D4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4720" y="3154680"/>
            <a:ext cx="777240" cy="201168"/>
          </a:xfrm>
          <a:prstGeom prst="roundRect">
            <a:avLst>
              <a:gd name="adj" fmla="val 22727"/>
            </a:avLst>
          </a:prstGeom>
          <a:solidFill>
            <a:srgbClr val="E11D48"/>
          </a:solidFill>
          <a:ln/>
        </p:spPr>
      </p:sp>
      <p:sp>
        <p:nvSpPr>
          <p:cNvPr id="31" name="Text 29"/>
          <p:cNvSpPr/>
          <p:nvPr/>
        </p:nvSpPr>
        <p:spPr>
          <a:xfrm>
            <a:off x="3474720" y="3172968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3474720" y="342900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Intrusion Detection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474720" y="370332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Deteksi penyusup melintasi garis batas terlarang perimeter.</a:t>
            </a:r>
            <a:endParaRPr lang="en-US" sz="880" dirty="0"/>
          </a:p>
        </p:txBody>
      </p:sp>
      <p:sp>
        <p:nvSpPr>
          <p:cNvPr id="34" name="Shape 32"/>
          <p:cNvSpPr/>
          <p:nvPr/>
        </p:nvSpPr>
        <p:spPr>
          <a:xfrm>
            <a:off x="5943600" y="3017520"/>
            <a:ext cx="2468880" cy="1325880"/>
          </a:xfrm>
          <a:prstGeom prst="rect">
            <a:avLst/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080760" y="3154680"/>
            <a:ext cx="777240" cy="201168"/>
          </a:xfrm>
          <a:prstGeom prst="roundRect">
            <a:avLst>
              <a:gd name="adj" fmla="val 22727"/>
            </a:avLst>
          </a:prstGeom>
          <a:solidFill>
            <a:srgbClr val="4F46E5"/>
          </a:solidFill>
          <a:ln/>
        </p:spPr>
      </p:sp>
      <p:sp>
        <p:nvSpPr>
          <p:cNvPr id="36" name="Text 34"/>
          <p:cNvSpPr/>
          <p:nvPr/>
        </p:nvSpPr>
        <p:spPr>
          <a:xfrm>
            <a:off x="6080760" y="3172968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6080760" y="342900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 Detection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080760" y="370332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Deteksi kerumunan orang melebihi batas aman fasilitas publik.</a:t>
            </a:r>
            <a:endParaRPr lang="en-US" sz="8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560320" cy="256032"/>
          </a:xfrm>
          <a:prstGeom prst="rect">
            <a:avLst/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3832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04: PUSAT PEMANTAUAN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47731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XTUR VISION AI PLATFORM — SMARTER SURVEILLANCE FOR A SAFER TOMORROW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486400" y="4773168"/>
            <a:ext cx="29260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MAUDY NETWORK KOMUNIKASI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31520" y="6583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OVERVIEW — VISIBILITAS 360 DERAJAT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05156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Pusat kendali terpadu untuk memantau aktivitas multi-kamera dan metrik harian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13232" y="1399032"/>
            <a:ext cx="4791456" cy="273405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17320"/>
            <a:ext cx="4754880" cy="269748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669280" y="1399032"/>
            <a:ext cx="27432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806440" y="148132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 KUNCI &amp; OPERASIONAL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669280" y="1783080"/>
            <a:ext cx="2743200" cy="235000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806440" y="1901952"/>
            <a:ext cx="246888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 Kamera Online &amp; Siaga Penuh (Status Healthy 99.9%).</a:t>
            </a: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1.734 Deteksi Objek Terverifikasi dengan puncak trafik 868 objek (8 Sep).</a:t>
            </a: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Agregasi Kategori: Pejalan Kaki (1.134), Mobil (349), Motor (244), Truk (6).</a:t>
            </a: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Filter fleksibel: 1 Hari, 7 Hari, 1 Bulan, hingga kustom.</a:t>
            </a:r>
            <a:endParaRPr lang="en-US" sz="880" dirty="0"/>
          </a:p>
        </p:txBody>
      </p:sp>
      <p:sp>
        <p:nvSpPr>
          <p:cNvPr id="15" name="Shape 12"/>
          <p:cNvSpPr/>
          <p:nvPr/>
        </p:nvSpPr>
        <p:spPr>
          <a:xfrm>
            <a:off x="5806440" y="3794760"/>
            <a:ext cx="2468880" cy="237744"/>
          </a:xfrm>
          <a:prstGeom prst="rect">
            <a:avLst/>
          </a:prstGeom>
          <a:solidFill>
            <a:srgbClr val="ECFDF5"/>
          </a:solidFill>
          <a:ln w="6350">
            <a:solidFill>
              <a:srgbClr val="A7F3D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06440" y="3822192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Teruji Stabil di Lingkungan Produksi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560320" cy="256032"/>
          </a:xfrm>
          <a:prstGeom prst="rect">
            <a:avLst/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3832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05: AUDIT FORENSIK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47731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XTUR VISION AI PLATFORM — SMARTER SURVEILLANCE FOR A SAFER TOMORROW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486400" y="4773168"/>
            <a:ext cx="29260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MAUDY NETWORK KOMUNIKASI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31520" y="6583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BUKU LOG DETEKSI (CRUD LOGS &amp; ANOTASI)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05156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milidetik peristiwa terekam lengkap dengan foto bukti asli &amp; confidence bar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13232" y="1399032"/>
            <a:ext cx="4791456" cy="273405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17320"/>
            <a:ext cx="4754880" cy="269748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669280" y="1399032"/>
            <a:ext cx="27432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806440" y="148132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 KUNCI &amp; OPERASIONAL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669280" y="1783080"/>
            <a:ext cx="2743200" cy="235000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806440" y="1901952"/>
            <a:ext cx="246888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Snapshot Foto Asli: Bukti visual langsung tanpa perlu memutar video rekaman.</a:t>
            </a: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Track ID Unik &amp; Akurasi: Mobil #1205 (89.5%), Motor #1204 (77.5%).</a:t>
            </a: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Human-in-the-Loop: Tombol "Incorrect" untuk koreksi deteksi oleh petugas jaga.</a:t>
            </a: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Ekspor Cepat: Sekali klik untuk mengunduh rekapitulasi ke CSV &amp; PDF.</a:t>
            </a:r>
            <a:endParaRPr lang="en-US" sz="880" dirty="0"/>
          </a:p>
        </p:txBody>
      </p:sp>
      <p:sp>
        <p:nvSpPr>
          <p:cNvPr id="15" name="Shape 12"/>
          <p:cNvSpPr/>
          <p:nvPr/>
        </p:nvSpPr>
        <p:spPr>
          <a:xfrm>
            <a:off x="5806440" y="3794760"/>
            <a:ext cx="2468880" cy="237744"/>
          </a:xfrm>
          <a:prstGeom prst="rect">
            <a:avLst/>
          </a:prstGeom>
          <a:solidFill>
            <a:srgbClr val="ECFDF5"/>
          </a:solidFill>
          <a:ln w="6350">
            <a:solidFill>
              <a:srgbClr val="A7F3D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06440" y="3822192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Teruji Stabil di Lingkungan Produksi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560320" cy="256032"/>
          </a:xfrm>
          <a:prstGeom prst="rect">
            <a:avLst/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3832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06: MANAJEMEN KAMERA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47731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XTUR VISION AI PLATFORM — SMARTER SURVEILLANCE FOR A SAFER TOMORROW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486400" y="4773168"/>
            <a:ext cx="29260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MAUDY NETWORK KOMUNIKASI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31520" y="6583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PEMANTAUAN MULTI-KAMERA DUAL-STREAM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05156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Pantau kamera J30B, A5, Samping, dan Depan tanpa membebani jaringan internet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13232" y="1399032"/>
            <a:ext cx="4791456" cy="273405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17320"/>
            <a:ext cx="4754880" cy="269748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669280" y="1399032"/>
            <a:ext cx="27432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806440" y="148132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 KUNCI &amp; OPERASIONAL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669280" y="1783080"/>
            <a:ext cx="2743200" cy="235000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806440" y="1901952"/>
            <a:ext cx="246888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Arsitektur Dual-Stream: Aliran HD untuk AI Engine, sub-stream ringan untuk browser.</a:t>
            </a: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Pengaturan Kelas Terpisah: Kamera gerbang untuk mobil/plat; kamera lobi untuk orang.</a:t>
            </a: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Multi-Tenant Ready: Isolasi hak akses kamera per divisi atau cabang perusahaan.</a:t>
            </a:r>
            <a:endParaRPr lang="en-US" sz="880" dirty="0"/>
          </a:p>
        </p:txBody>
      </p:sp>
      <p:sp>
        <p:nvSpPr>
          <p:cNvPr id="15" name="Shape 12"/>
          <p:cNvSpPr/>
          <p:nvPr/>
        </p:nvSpPr>
        <p:spPr>
          <a:xfrm>
            <a:off x="5806440" y="3794760"/>
            <a:ext cx="2468880" cy="237744"/>
          </a:xfrm>
          <a:prstGeom prst="rect">
            <a:avLst/>
          </a:prstGeom>
          <a:solidFill>
            <a:srgbClr val="ECFDF5"/>
          </a:solidFill>
          <a:ln w="6350">
            <a:solidFill>
              <a:srgbClr val="A7F3D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06440" y="3822192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Teruji Stabil di Lingkungan Produksi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560320" cy="256032"/>
          </a:xfrm>
          <a:prstGeom prst="rect">
            <a:avLst/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3832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07: ANALITIK FASILITAS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47731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XTUR VISION AI PLATFORM — SMARTER SURVEILLANCE FOR A SAFER TOMORROW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486400" y="4773168"/>
            <a:ext cx="29260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MAUDY NETWORK KOMUNIKASI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31520" y="6583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 JAM SIBUK 24 JAM &amp; ASAL WILAYAH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05156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Mengubah rekaman video CCTV menjadi wawasan operasional dan tata kelola lalu lintas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13232" y="1399032"/>
            <a:ext cx="4791456" cy="273405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17320"/>
            <a:ext cx="4754880" cy="269748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669280" y="1399032"/>
            <a:ext cx="27432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806440" y="148132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 KUNCI &amp; OPERASIONAL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669280" y="1783080"/>
            <a:ext cx="2743200" cy="235000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806440" y="1901952"/>
            <a:ext cx="246888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Grafik Jam Sibuk 24 Jam: Pola kepadatan jam 00:00 s.d. 23:00 untuk efisiensi personel.</a:t>
            </a: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Peringkat Asal Wilayah Plat: Karawang/Purwakarta (11 unit), Banten (4 unit), Garut (2 unit).</a:t>
            </a: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Beban Kamera: J30B (33%), Samping (27%), Depan (24%), A5 (16%).</a:t>
            </a:r>
            <a:endParaRPr lang="en-US" sz="880" dirty="0"/>
          </a:p>
        </p:txBody>
      </p:sp>
      <p:sp>
        <p:nvSpPr>
          <p:cNvPr id="15" name="Shape 12"/>
          <p:cNvSpPr/>
          <p:nvPr/>
        </p:nvSpPr>
        <p:spPr>
          <a:xfrm>
            <a:off x="5806440" y="3794760"/>
            <a:ext cx="2468880" cy="237744"/>
          </a:xfrm>
          <a:prstGeom prst="rect">
            <a:avLst/>
          </a:prstGeom>
          <a:solidFill>
            <a:srgbClr val="ECFDF5"/>
          </a:solidFill>
          <a:ln w="6350">
            <a:solidFill>
              <a:srgbClr val="A7F3D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06440" y="3822192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Teruji Stabil di Lingkungan Produksi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560320" cy="256032"/>
          </a:xfrm>
          <a:prstGeom prst="rect">
            <a:avLst/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3832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08: KINERJA SERVER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47731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XTUR VISION AI PLATFORM — SMARTER SURVEILLANCE FOR A SAFER TOMORROW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486400" y="4773168"/>
            <a:ext cx="29260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MAUDY NETWORK KOMUNIKASI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31520" y="6583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HEALTH &amp; EFISIENSI HARDWARE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05156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Transparansi beban kerja teruji pada komputer komersial non-superkomputer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13232" y="1399032"/>
            <a:ext cx="4791456" cy="273405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17320"/>
            <a:ext cx="4754880" cy="269748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669280" y="1399032"/>
            <a:ext cx="27432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806440" y="148132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 KUNCI &amp; OPERASIONAL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669280" y="1783080"/>
            <a:ext cx="2743200" cy="235000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806440" y="1901952"/>
            <a:ext cx="246888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Beban CPU Host: Hanya 21% pada prosesor Intel Core i7-14700F (16 Cores).</a:t>
            </a: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Penggunaan Memori RAM: 8.04 GB / 15.11 GB (53%), bebas memory leak.</a:t>
            </a: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Latensi Inferensi: 4.2 ms / frame dengan akselerasi NVIDIA CUDA.</a:t>
            </a: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Buffer Redis: Capped 22.36 MB, menjamin sistem tidak pernah crash.</a:t>
            </a:r>
            <a:endParaRPr lang="en-US" sz="880" dirty="0"/>
          </a:p>
        </p:txBody>
      </p:sp>
      <p:sp>
        <p:nvSpPr>
          <p:cNvPr id="15" name="Shape 12"/>
          <p:cNvSpPr/>
          <p:nvPr/>
        </p:nvSpPr>
        <p:spPr>
          <a:xfrm>
            <a:off x="5806440" y="3794760"/>
            <a:ext cx="2468880" cy="237744"/>
          </a:xfrm>
          <a:prstGeom prst="rect">
            <a:avLst/>
          </a:prstGeom>
          <a:solidFill>
            <a:srgbClr val="ECFDF5"/>
          </a:solidFill>
          <a:ln w="6350">
            <a:solidFill>
              <a:srgbClr val="A7F3D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06440" y="3822192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Teruji Stabil di Lingkungan Produksi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560320" cy="256032"/>
          </a:xfrm>
          <a:prstGeom prst="rect">
            <a:avLst/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3832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09: SPESIFIKASI SISTEM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47731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XTUR VISION AI PLATFORM — SMARTER SURVEILLANCE FOR A SAFER TOMORROW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486400" y="4773168"/>
            <a:ext cx="29260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MAUDY NETWORK KOMUNIKASI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31520" y="6583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SPESIFIKASI SISTEM (HARDWARE &amp; SOFTWARE)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05156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 Optimal untuk Keamanan Maksimal — Standar Kompatibilitas Sistem XTUR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1508760"/>
            <a:ext cx="24688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618488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CCTV IP Camera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1856232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RTSP / ONVIF Compatible (2MP / 4MP / 8MP)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337560" y="1508760"/>
            <a:ext cx="24688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0" y="1618488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GPU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474720" y="1856232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GPU (Minimal RTX 3060) atau setara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943600" y="1508760"/>
            <a:ext cx="24688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80760" y="1618488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Host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080760" y="1856232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i7 / AMD Ryzen 7 (Minimum)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31520" y="2468880"/>
            <a:ext cx="24688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2578608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 Memori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68680" y="2816352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GB (Minimum)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337560" y="2468880"/>
            <a:ext cx="24688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74720" y="2578608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SSD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474720" y="2816352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SSD 512 GB (Minimum) (Disesuaikan kebutuhan)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943600" y="2468880"/>
            <a:ext cx="24688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080760" y="2578608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Jaringan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080760" y="2816352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 / Internet (Minimal 100 Mbps)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731520" y="3429000"/>
            <a:ext cx="24688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8680" y="3538728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Operasi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68680" y="3776472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20.04+ / Windows 10/11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337560" y="3429000"/>
            <a:ext cx="24688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0" y="3538728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3474720" y="3776472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/ MySQL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943600" y="3429000"/>
            <a:ext cx="24688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080760" y="3538728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Browser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080760" y="3776472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/ Firefox / Edge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31520" y="4251960"/>
            <a:ext cx="7680960" cy="384048"/>
          </a:xfrm>
          <a:prstGeom prst="rect">
            <a:avLst/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2960" y="4343400"/>
            <a:ext cx="74980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Fast-Track Onboarding: Implementasi &amp; Pelatihan Selesai dalam 10 Hari Kerja Tanpa Henti Operasional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Wujudkan Keamanan Proaktif Bersama XTUR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Smarter Surveillance for a Safer Tomorrow — Solusi Cerdas untuk Berbagai Kebutuhan Industri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731520" y="2194560"/>
            <a:ext cx="7680960" cy="1920240"/>
          </a:xfrm>
          <a:prstGeom prst="rect">
            <a:avLst/>
          </a:prstGeom>
          <a:solidFill>
            <a:srgbClr val="132247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42316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MAUDY NETWORK KOMUNIKASI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05840" y="2743200"/>
            <a:ext cx="7132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Penyedia Solusi AI Vision Surveillance &amp; Sistem Keamanan Terpadu Indonesia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Portal Resmi Platform : xtur.exac.site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Email Resmi Perusahaan: admin@maudynetwork.id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WhatsApp &amp; Hotline    : 0852-3319-5874 (Maudy Network Komunikasi)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Layanan Kemitraan     : Konsultasi Arsitektur, Proof of Concept (POC), &amp; Onsite Deployment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Cakupan Wilayah       : Seluruh Wilayah Republik Indonesia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31520" y="443484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Maudy Network Komunikasi. Seluruh hak cipta dilindungi undang-undang.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Maudy Network Komunikasi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XTUR AI Surveillance Platform — Product Profile</dc:title>
  <dc:subject>PptxGenJS Presentation</dc:subject>
  <dc:creator>PptxGenJS</dc:creator>
  <cp:lastModifiedBy>PptxGenJS</cp:lastModifiedBy>
  <cp:revision>1</cp:revision>
  <dcterms:created xsi:type="dcterms:W3CDTF">2026-09-10T15:58:34Z</dcterms:created>
  <dcterms:modified xsi:type="dcterms:W3CDTF">2026-09-10T15:58:34Z</dcterms:modified>
</cp:coreProperties>
</file>